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Attrition Prediction using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End-to-end ML project using IBM HR dataset.</a:t>
            </a:r>
          </a:p>
          <a:p>
            <a:pPr>
              <a:defRPr sz="2200"/>
            </a:pPr>
            <a:r>
              <a:t>Best Model: XGBoost (87.41% Accuracy).</a:t>
            </a:r>
          </a:p>
          <a:p>
            <a:pPr>
              <a:defRPr sz="2200"/>
            </a:pPr>
            <a:r>
              <a:t>Interactive Streamlit dashboard.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Predict employees likely to leave the organization.</a:t>
            </a:r>
          </a:p>
          <a:p>
            <a:pPr>
              <a:defRPr sz="2200"/>
            </a:pPr>
            <a:r>
              <a:t>Help HR improve employee retention.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Data Cleaning</a:t>
            </a:r>
          </a:p>
          <a:p>
            <a:pPr>
              <a:defRPr sz="2200"/>
            </a:pPr>
            <a:r>
              <a:t>EDA</a:t>
            </a:r>
          </a:p>
          <a:p>
            <a:pPr>
              <a:defRPr sz="2200"/>
            </a:pPr>
            <a:r>
              <a:t>Feature Engineering</a:t>
            </a:r>
          </a:p>
          <a:p>
            <a:pPr>
              <a:defRPr sz="2200"/>
            </a:pPr>
            <a:r>
              <a:t>One-Hot Encoding</a:t>
            </a:r>
          </a:p>
          <a:p>
            <a:pPr>
              <a:defRPr sz="2200"/>
            </a:pPr>
            <a:r>
              <a:t>Train-Test Split</a:t>
            </a:r>
          </a:p>
          <a:p>
            <a:pPr>
              <a:defRPr sz="2200"/>
            </a:pPr>
            <a:r>
              <a:t>StandardScaler</a:t>
            </a:r>
          </a:p>
          <a:p>
            <a:pPr>
              <a:defRPr sz="2200"/>
            </a:pPr>
            <a:r>
              <a:t>SMOTE</a:t>
            </a:r>
          </a:p>
          <a:p>
            <a:pPr>
              <a:defRPr sz="2200"/>
            </a:pPr>
            <a:r>
              <a:t>Model Training</a:t>
            </a:r>
          </a:p>
          <a:p>
            <a:pPr>
              <a:defRPr sz="2200"/>
            </a:pPr>
            <a:r>
              <a:t>Hyperparameter Tuning</a:t>
            </a:r>
          </a:p>
          <a:p>
            <a:pPr>
              <a:defRPr sz="2200"/>
            </a:pPr>
            <a:r>
              <a:t>Evaluation</a:t>
            </a:r>
          </a:p>
          <a:p>
            <a:pPr>
              <a:defRPr sz="2200"/>
            </a:pPr>
            <a:r>
              <a:t>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Logistic Regression</a:t>
            </a:r>
          </a:p>
          <a:p>
            <a:pPr>
              <a:defRPr sz="2200"/>
            </a:pPr>
            <a:r>
              <a:t>Decision Tree</a:t>
            </a:r>
          </a:p>
          <a:p>
            <a:pPr>
              <a:defRPr sz="2200"/>
            </a:pPr>
            <a:r>
              <a:t>Random Forest</a:t>
            </a:r>
          </a:p>
          <a:p>
            <a:pPr>
              <a:defRPr sz="2200"/>
            </a:pPr>
            <a:r>
              <a:t>Optimized Random Forest</a:t>
            </a:r>
          </a:p>
          <a:p>
            <a:pPr>
              <a:defRPr sz="2200"/>
            </a:pPr>
            <a:r>
              <a:t>XGBoost (Selected)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Accuracy</a:t>
            </a:r>
          </a:p>
          <a:p>
            <a:pPr>
              <a:defRPr sz="2200"/>
            </a:pPr>
            <a:r>
              <a:t>Precision</a:t>
            </a:r>
          </a:p>
          <a:p>
            <a:pPr>
              <a:defRPr sz="2200"/>
            </a:pPr>
            <a:r>
              <a:t>Recall</a:t>
            </a:r>
          </a:p>
          <a:p>
            <a:pPr>
              <a:defRPr sz="2200"/>
            </a:pPr>
            <a:r>
              <a:t>F1-Score</a:t>
            </a:r>
          </a:p>
          <a:p>
            <a:pPr>
              <a:defRPr sz="2200"/>
            </a:pPr>
            <a:r>
              <a:t>ROC-AUC</a:t>
            </a:r>
          </a:p>
          <a:p>
            <a:pPr>
              <a:defRPr sz="2200"/>
            </a:pPr>
            <a:r>
              <a:t>Feature Importance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XGBoost Accuracy: 87.41%</a:t>
            </a:r>
          </a:p>
          <a:p>
            <a:pPr>
              <a:defRPr sz="2200"/>
            </a:pPr>
            <a:r>
              <a:t>Most important features: OverTime, Job Level, Stock Option Level, Job Satisfaction.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Streamlit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Interactive KPI cards</a:t>
            </a:r>
          </a:p>
          <a:p>
            <a:pPr>
              <a:defRPr sz="2200"/>
            </a:pPr>
            <a:r>
              <a:t>Charts</a:t>
            </a:r>
          </a:p>
          <a:p>
            <a:pPr>
              <a:defRPr sz="2200"/>
            </a:pPr>
            <a:r>
              <a:t>Prediction Form</a:t>
            </a:r>
          </a:p>
          <a:p>
            <a:pPr>
              <a:defRPr sz="2200"/>
            </a:pPr>
            <a:r>
              <a:t>HR Recommendations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XGBoost performed best.</a:t>
            </a:r>
          </a:p>
          <a:p>
            <a:pPr>
              <a:defRPr sz="2200"/>
            </a:pPr>
            <a:r>
              <a:t>Dashboard enables real-time attrition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